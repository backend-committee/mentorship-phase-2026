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60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7" y="2770632"/>
            <a:ext cx="8642135" cy="868680"/>
          </a:xfrm>
        </p:spPr>
        <p:txBody>
          <a:bodyPr/>
          <a:lstStyle/>
          <a:p>
            <a:r>
              <a:rPr lang="en-US" sz="4800" dirty="0"/>
              <a:t>Library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8422" y="3721608"/>
            <a:ext cx="5750521" cy="868680"/>
          </a:xfrm>
        </p:spPr>
        <p:txBody>
          <a:bodyPr/>
          <a:lstStyle/>
          <a:p>
            <a:pPr algn="ctr"/>
            <a:r>
              <a:rPr lang="en-US" spc="0" dirty="0"/>
              <a:t>An offline library management system that covers books, visitors, and borrowing.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964956"/>
            <a:ext cx="11214100" cy="646331"/>
          </a:xfrm>
        </p:spPr>
        <p:txBody>
          <a:bodyPr/>
          <a:lstStyle/>
          <a:p>
            <a:r>
              <a:rPr lang="en-US" sz="4000" dirty="0"/>
              <a:t>Problem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760188"/>
            <a:ext cx="6718300" cy="1337623"/>
          </a:xfrm>
        </p:spPr>
        <p:txBody>
          <a:bodyPr/>
          <a:lstStyle/>
          <a:p>
            <a:pPr algn="l" rtl="0"/>
            <a:r>
              <a:rPr lang="en-US" sz="2000" dirty="0"/>
              <a:t>Manual management is time-consuming.</a:t>
            </a:r>
          </a:p>
          <a:p>
            <a:pPr algn="l" rtl="0"/>
            <a:r>
              <a:rPr lang="en-US" sz="2000" dirty="0"/>
              <a:t>It's difficult to track borrowed books.</a:t>
            </a:r>
          </a:p>
          <a:p>
            <a:pPr algn="l" rtl="0"/>
            <a:r>
              <a:rPr lang="en-US" sz="2000" dirty="0"/>
              <a:t>Registration errors.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system do?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964956"/>
            <a:ext cx="11214100" cy="646331"/>
          </a:xfrm>
        </p:spPr>
        <p:txBody>
          <a:bodyPr/>
          <a:lstStyle/>
          <a:p>
            <a:r>
              <a:rPr lang="en-US" sz="4000" dirty="0"/>
              <a:t>System does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760188"/>
            <a:ext cx="6718300" cy="1337623"/>
          </a:xfrm>
        </p:spPr>
        <p:txBody>
          <a:bodyPr/>
          <a:lstStyle/>
          <a:p>
            <a:pPr algn="l" rtl="0"/>
            <a:r>
              <a:rPr lang="en-US" sz="2000" dirty="0"/>
              <a:t>Books Management.</a:t>
            </a:r>
          </a:p>
          <a:p>
            <a:pPr algn="l" rtl="0"/>
            <a:r>
              <a:rPr lang="en-US" sz="2000" dirty="0"/>
              <a:t>Visitors Management </a:t>
            </a:r>
          </a:p>
          <a:p>
            <a:pPr algn="l" rtl="0"/>
            <a:r>
              <a:rPr lang="en-US" sz="2000" dirty="0"/>
              <a:t>Borrow &amp; Return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5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3886200"/>
            <a:ext cx="8364650" cy="859055"/>
          </a:xfrm>
        </p:spPr>
        <p:txBody>
          <a:bodyPr>
            <a:normAutofit/>
          </a:bodyPr>
          <a:lstStyle/>
          <a:p>
            <a:r>
              <a:rPr lang="en-US" dirty="0"/>
              <a:t>System Components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04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964956"/>
            <a:ext cx="11214100" cy="646331"/>
          </a:xfrm>
        </p:spPr>
        <p:txBody>
          <a:bodyPr/>
          <a:lstStyle/>
          <a:p>
            <a:pPr rtl="0"/>
            <a:r>
              <a:rPr lang="en-US" sz="4000" dirty="0"/>
              <a:t>Components </a:t>
            </a:r>
            <a:r>
              <a:rPr lang="en-US" sz="4000" dirty="0">
                <a:latin typeface="+mn-lt"/>
              </a:rPr>
              <a:t>&amp;</a:t>
            </a:r>
            <a:r>
              <a:rPr lang="ar-EG" sz="4000" dirty="0">
                <a:latin typeface="+mn-lt"/>
              </a:rPr>
              <a:t> </a:t>
            </a:r>
            <a:r>
              <a:rPr lang="en-US" sz="4000" dirty="0">
                <a:latin typeface="Trebuchet MS (Headings)"/>
              </a:rPr>
              <a:t>Roles</a:t>
            </a:r>
            <a:endParaRPr lang="en-US" sz="4000" dirty="0"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760188"/>
            <a:ext cx="6718300" cy="2084374"/>
          </a:xfrm>
        </p:spPr>
        <p:txBody>
          <a:bodyPr/>
          <a:lstStyle/>
          <a:p>
            <a:pPr algn="l" rtl="0"/>
            <a:r>
              <a:rPr lang="en-US" sz="2000" dirty="0"/>
              <a:t>Classes</a:t>
            </a:r>
          </a:p>
          <a:p>
            <a:pPr lvl="1" algn="l" rtl="0"/>
            <a:r>
              <a:rPr lang="en-US" sz="1800" dirty="0"/>
              <a:t>Books</a:t>
            </a:r>
          </a:p>
          <a:p>
            <a:pPr lvl="1" algn="l" rtl="0"/>
            <a:r>
              <a:rPr lang="en-US" sz="1800" dirty="0"/>
              <a:t>Visitors</a:t>
            </a:r>
          </a:p>
          <a:p>
            <a:pPr lvl="1" algn="l" rtl="0"/>
            <a:r>
              <a:rPr lang="en-US" sz="1800" dirty="0"/>
              <a:t>Manager (The only user)</a:t>
            </a:r>
          </a:p>
          <a:p>
            <a:pPr algn="l" rtl="0"/>
            <a:r>
              <a:rPr lang="en-US" sz="2000" dirty="0"/>
              <a:t>JSON files as a Database</a:t>
            </a:r>
          </a:p>
          <a:p>
            <a:pPr algn="l" rtl="0"/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0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964956"/>
            <a:ext cx="11214100" cy="646331"/>
          </a:xfrm>
        </p:spPr>
        <p:txBody>
          <a:bodyPr/>
          <a:lstStyle/>
          <a:p>
            <a:pPr rtl="0"/>
            <a:r>
              <a:rPr lang="en-US" sz="4000" dirty="0"/>
              <a:t>Key Features</a:t>
            </a:r>
            <a:endParaRPr lang="en-US" sz="4000" dirty="0"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760188"/>
            <a:ext cx="6718300" cy="1803020"/>
          </a:xfrm>
        </p:spPr>
        <p:txBody>
          <a:bodyPr/>
          <a:lstStyle/>
          <a:p>
            <a:pPr algn="l" rtl="0"/>
            <a:r>
              <a:rPr lang="en-US" sz="1800" dirty="0"/>
              <a:t>Add / Delete / Display Books &amp; Visitors</a:t>
            </a:r>
          </a:p>
          <a:p>
            <a:pPr algn="l" rtl="0"/>
            <a:r>
              <a:rPr lang="en-US" sz="1800" dirty="0"/>
              <a:t>Searching Books , Visitors &amp; Borrowed Books</a:t>
            </a:r>
          </a:p>
          <a:p>
            <a:pPr algn="l" rtl="0"/>
            <a:r>
              <a:rPr lang="en-US" sz="1800" dirty="0"/>
              <a:t>Borrow / Return / Track Books</a:t>
            </a:r>
          </a:p>
          <a:p>
            <a:pPr algn="l" rtl="0"/>
            <a:r>
              <a:rPr lang="en-US" sz="1800" dirty="0"/>
              <a:t>Helper Functions</a:t>
            </a:r>
          </a:p>
          <a:p>
            <a:pPr algn="l" rtl="0"/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5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 System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45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Validations </a:t>
            </a:r>
            <a:r>
              <a:rPr lang="en-US" dirty="0">
                <a:latin typeface="+mn-lt"/>
              </a:rPr>
              <a:t>&amp;</a:t>
            </a:r>
            <a:r>
              <a:rPr lang="en-US" dirty="0"/>
              <a:t>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5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964956"/>
            <a:ext cx="11214100" cy="646331"/>
          </a:xfrm>
        </p:spPr>
        <p:txBody>
          <a:bodyPr/>
          <a:lstStyle/>
          <a:p>
            <a:pPr rtl="0"/>
            <a:r>
              <a:rPr lang="en-US" sz="4000" dirty="0"/>
              <a:t>Validations </a:t>
            </a:r>
            <a:r>
              <a:rPr lang="en-US" sz="4000" dirty="0">
                <a:latin typeface="+mn-lt"/>
              </a:rPr>
              <a:t>&amp;</a:t>
            </a:r>
            <a:r>
              <a:rPr lang="en-US" sz="4000" dirty="0"/>
              <a:t> Rules</a:t>
            </a:r>
            <a:endParaRPr lang="en-US" sz="4000" dirty="0"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760188"/>
            <a:ext cx="6718300" cy="1803020"/>
          </a:xfrm>
        </p:spPr>
        <p:txBody>
          <a:bodyPr/>
          <a:lstStyle/>
          <a:p>
            <a:pPr algn="l" rtl="0"/>
            <a:r>
              <a:rPr lang="en-US" sz="1800" dirty="0"/>
              <a:t>maximum 5 books</a:t>
            </a:r>
          </a:p>
          <a:p>
            <a:pPr algn="l" rtl="0"/>
            <a:r>
              <a:rPr lang="en-US" sz="1800" dirty="0"/>
              <a:t>Fine </a:t>
            </a:r>
          </a:p>
          <a:p>
            <a:pPr algn="l" rtl="0"/>
            <a:r>
              <a:rPr lang="en-US" sz="1800" dirty="0"/>
              <a:t>Available</a:t>
            </a:r>
          </a:p>
          <a:p>
            <a:pPr algn="l" rtl="0"/>
            <a:r>
              <a:rPr lang="en-US" sz="1800" dirty="0"/>
              <a:t>Unique ID</a:t>
            </a:r>
          </a:p>
          <a:p>
            <a:pPr algn="l" rtl="0"/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0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7551057" cy="2859313"/>
          </a:xfrm>
        </p:spPr>
        <p:txBody>
          <a:bodyPr/>
          <a:lstStyle/>
          <a:p>
            <a:pPr algn="r"/>
            <a:r>
              <a:rPr lang="ar-EG" dirty="0"/>
              <a:t>" أتدري كيف يسرق عمر المرء منه، يذهل عن يومه في ارتقاب غده، ولا يزال كذلك حتى ينقضي أجله، ويداه صفر من أي خير"</a:t>
            </a:r>
            <a:br>
              <a:rPr lang="ar-EG" dirty="0"/>
            </a:br>
            <a:r>
              <a:rPr lang="ar-EG" dirty="0"/>
              <a:t>- الشيخ محمد الغزالي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elements/1.1/"/>
    <ds:schemaRef ds:uri="71af3243-3dd4-4a8d-8c0d-dd76da1f02a5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159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Tahoma</vt:lpstr>
      <vt:lpstr>Trade Gothic LT Pro</vt:lpstr>
      <vt:lpstr>Trebuchet MS</vt:lpstr>
      <vt:lpstr>Trebuchet MS (Headings)</vt:lpstr>
      <vt:lpstr>Office Theme</vt:lpstr>
      <vt:lpstr>Library Management System</vt:lpstr>
      <vt:lpstr>Problem</vt:lpstr>
      <vt:lpstr>Problem</vt:lpstr>
      <vt:lpstr>What does the system do?</vt:lpstr>
      <vt:lpstr>System does</vt:lpstr>
      <vt:lpstr>System Components</vt:lpstr>
      <vt:lpstr>Components &amp; Roles</vt:lpstr>
      <vt:lpstr>Key Features</vt:lpstr>
      <vt:lpstr>Key Features</vt:lpstr>
      <vt:lpstr>Run System</vt:lpstr>
      <vt:lpstr>Validations &amp; Rules</vt:lpstr>
      <vt:lpstr>Validations &amp; Rules</vt:lpstr>
      <vt:lpstr>" أتدري كيف يسرق عمر المرء منه، يذهل عن يومه في ارتقاب غده، ولا يزال كذلك حتى ينقضي أجله، ويداه صفر من أي خير" - الشيخ محمد الغزالي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2025-12-21T15:31:34Z</dcterms:created>
  <dcterms:modified xsi:type="dcterms:W3CDTF">2025-12-21T16:16:36Z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